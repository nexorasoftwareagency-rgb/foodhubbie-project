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5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3852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0">
                <a:solidFill>
                  <a:srgbClr val="E6EBF0"/>
                </a:solidFill>
                <a:latin typeface="Aptos"/>
              </a:defRPr>
            </a:pPr>
            <a:r>
              <a:t>Complete Restaurant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61488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>
                <a:solidFill>
                  <a:srgbClr val="F2530F"/>
                </a:solidFill>
                <a:latin typeface="Aptos"/>
              </a:defRPr>
            </a:pPr>
            <a:r>
              <a:t>5 Key Features + Real Software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75887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DCE1E8"/>
                </a:solidFill>
                <a:latin typeface="Aptos"/>
              </a:defRPr>
            </a:pPr>
            <a:r>
              <a:t>Promotional Features → Actual Product Interface → Restaurant ERP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WhatsApp &amp; Contact: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71500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F2530F"/>
                </a:solidFill>
                <a:latin typeface="Aptos"/>
              </a:defRPr>
            </a:pPr>
            <a:r>
              <a:t>One Restaurant. One System. Everything Connected.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01 • Automated WhatsApp 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97351" y="676656"/>
            <a:ext cx="5797296" cy="5797296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_bright_warm_high_resolution_promotional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215" y="731520"/>
            <a:ext cx="5687568" cy="5687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01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02 • Zero-Waiter QR Table 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97351" y="676656"/>
            <a:ext cx="5797296" cy="5797296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_bright_polished_promotional_restaurant_tech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215" y="731520"/>
            <a:ext cx="5687568" cy="5687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02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03 • First-Party Delivery &amp; Rider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5459" y="676656"/>
            <a:ext cx="8641080" cy="5797296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ide_polished_commercial_marketing_poster_inf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323" y="731520"/>
            <a:ext cx="8531352" cy="5687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03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04 • Customer Marketing &amp; Bulk Promotions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8595" y="676656"/>
            <a:ext cx="6934809" cy="5797296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ide_bright_marketing_style_promotional_poster_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459" y="731520"/>
            <a:ext cx="6825081" cy="5687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04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05 • Real-Time Restaurant Command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5459" y="676656"/>
            <a:ext cx="8641080" cy="5797296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ide_colorful_infographic_style_marketing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323" y="731520"/>
            <a:ext cx="8531352" cy="5687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05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THE ACTUAL FOODHUBBIE ERP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DCE1E8"/>
                </a:solidFill>
                <a:latin typeface="Aptos"/>
              </a:defRPr>
            </a:pPr>
            <a:r>
              <a:t>Real dashboard and application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2530F"/>
                </a:solidFill>
                <a:latin typeface="Aptos"/>
              </a:defRPr>
            </a:pPr>
            <a:r>
              <a:t>15 uploaded product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WhatsApp &amp; Contact: 9724649971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06 • Dashboard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838568"/>
            <a:ext cx="11585448" cy="5473471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93432"/>
            <a:ext cx="11475720" cy="53637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06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07 • Orders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817794"/>
            <a:ext cx="11585448" cy="5515019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72658"/>
            <a:ext cx="11475720" cy="54052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07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08 • Live Operations &amp; Order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791354"/>
            <a:ext cx="11585448" cy="5567899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ve 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46218"/>
            <a:ext cx="11475720" cy="54581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08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09 • Order Details &amp;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06083" y="676656"/>
            <a:ext cx="4379833" cy="5797295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ders Update and 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947" y="731520"/>
            <a:ext cx="4270105" cy="56875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09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10 • POS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822004"/>
            <a:ext cx="11585448" cy="5506599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76868"/>
            <a:ext cx="11475720" cy="5396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11 • Payment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878336"/>
            <a:ext cx="11585448" cy="5393935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yment Tracking 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933200"/>
            <a:ext cx="11475720" cy="52842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12 • Discount Control Panel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799392"/>
            <a:ext cx="11585448" cy="555182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count 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54256"/>
            <a:ext cx="11475720" cy="54420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13 • WhatsApp Promotional Campaigns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833194"/>
            <a:ext cx="11585448" cy="5484218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lk Messageing Promotion Tab..Whatsapp Ba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88058"/>
            <a:ext cx="11475720" cy="53744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14 • Menu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828188"/>
            <a:ext cx="11585448" cy="549423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nu Control 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83052"/>
            <a:ext cx="11475720" cy="53845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15 • Menu Availability &amp; Stock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799569"/>
            <a:ext cx="11585448" cy="5551468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nu Availability and Menu Stock 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54433"/>
            <a:ext cx="11475720" cy="54417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16 • Inventory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822254"/>
            <a:ext cx="11585448" cy="5506098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entory Management 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77118"/>
            <a:ext cx="11475720" cy="53963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17 • Analytics —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826470"/>
            <a:ext cx="11585448" cy="5497667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ytics TAb 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81334"/>
            <a:ext cx="11475720" cy="53879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18 • Analytics — Sales &amp;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841365"/>
            <a:ext cx="11585447" cy="5467876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ytics TAb 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96229"/>
            <a:ext cx="11475719" cy="53581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19 • Analytics — Payment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275" y="832661"/>
            <a:ext cx="11585448" cy="5485285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ytics TAb 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" y="887525"/>
            <a:ext cx="11475720" cy="53755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2530F"/>
                </a:solidFill>
                <a:latin typeface="Aptos"/>
              </a:defRPr>
            </a:pPr>
            <a:r>
              <a:t>FOODHUBBIE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09728"/>
            <a:ext cx="9372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0F1B2A"/>
                </a:solidFill>
                <a:latin typeface="Aptos"/>
              </a:defRPr>
            </a:pPr>
            <a:r>
              <a:t>20 • QR Table 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0416" y="676656"/>
            <a:ext cx="3951167" cy="5797295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 Table no -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280" y="731520"/>
            <a:ext cx="3841439" cy="56875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653796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1">
                <a:solidFill>
                  <a:srgbClr val="5F6C7D"/>
                </a:solidFill>
                <a:latin typeface="Aptos"/>
              </a:defRPr>
            </a:pPr>
            <a:r>
              <a:t>WhatsApp &amp; Contact • 9724649971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3796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5F6C7D"/>
                </a:solidFill>
                <a:latin typeface="Aptos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